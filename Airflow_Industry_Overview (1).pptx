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90554067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905540678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90554067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905540678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0554067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905540678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0554067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905540678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90554067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905540678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90554067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905540678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90554067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905540678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0554067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905540678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8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18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8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Apache Airflow?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Open‑source workflow orchestration platform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Manages, schedules, and monitors data pipelines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Built in Python, uses Directed Acyclic Graphs (DAGs)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Used for ETL, data engineering, ML pipelines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Airflow is Used in Industries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Data pipelines automation (ETL/ELT)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Machine Learning model training &amp; monitoring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Data quality checks &amp; validation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Cloud orchestration: AWS, GCP, Azure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Enterprise workflows across multiple teams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Airflow Locally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Create venv: python3 -m venv env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Activate: source env/bin/activate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Install Airflow: pip install apache-airflow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airflow db init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airflow webserver -p 8080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airflow scheduler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Airflow in Docker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Install Docker Desktop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curl -LfO https://airflow.apache.org/docs/apache-airflow/2.8.0/docker-compose.yaml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Create folders: dags/, logs/, plugins/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docker-compose up airflow-init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docker-compose up -d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Open: http://localhost:8080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DAG?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Directed Acyclic Graph = workflow definition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Represents tasks + their dependencies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Written in Python under the dags/ folder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Defines schedule, start date, retries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 DAG is Created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from airflow import DAG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Define default_args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Set dag_id, description, schedule_interval, start_date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Add tasks using operators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Set dependencies using &gt;&gt; or &lt;&lt;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Airflow DAG – Overview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Import DAG &amp; Operators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Define default_args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Create DAG: dag_id, description, start_date, schedule_interval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Add tasks using operators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Set dependencies using &gt;&gt; or &lt;&lt;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Importing DAG &amp; Operators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from airflow import DAG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from datetime import datetime, timedelta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from airflow.operators.bash import BashOperator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Args Explained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Defines retry behaviour and owner details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Example: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default_args = {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'owner': 'adwin',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'retries': 2,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'retry_delay': timedelta(minutes=5)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the DAG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with DAG(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dag_id='my_first_simple_dag',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description='Simple learning DAG',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start_date=datetime(2024, 1, 1),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schedule_interval='@daily',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catchup=False,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default_args=default_args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) as dag: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Task?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Unit of work executed by Airflow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Created using Operators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Must have unique task_id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Example: BashOperator, PythonOperator,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Airflow Operators</a:t>
            </a:r>
            <a:endParaRPr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BashOperator → Run bash commands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PythonOperator → Execute Python functions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EmailOperator → Send emails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DummyOperator → Placeholder tasks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Sensors → Wait for a file or condition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Custom Operator → Your own logic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Creation Example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task1 = BashOperator(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task_id='start_task',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bash_command='echo DAG Started'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task2 = BashOperator(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task_id='end_task',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  bash_command='echo DAG Completed'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Lifecycle (with Colors)</a:t>
            </a:r>
            <a:endParaRPr/>
          </a:p>
        </p:txBody>
      </p:sp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Queued (light blue)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Running (yellow)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Success (green)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Failed (red)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Skipped (gray)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Upstream Failed (purple)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Retry (orange)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Dependencies</a:t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Defines execution order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task1 &gt;&gt; task2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Meaning: task1 runs first, then task2 runs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Chaining: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task1 &gt;&gt; task2 &gt;&gt; task3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DAG Code Example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from airflow import DAG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from datetime import datetime, timedelta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from airflow.operators.bash import BashOperator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default_args = {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'owner': 'addu',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'retries': 2,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'retry_delay': timedelta(minutes=3)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}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with DAG(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dag_id='my_first_simple_dag',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description='Simple example DAG',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start_date=datetime(2024, 1, 1),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schedule_interval='@daily',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catchup=False,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default_args=default_args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) as dag: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task1 = BashOperator(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  task_id='start_message',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  bash_command="echo 'DAG Started'"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task2 = BashOperator(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  task_id='end_message',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  bash_command="echo 'DAG Completed'"</a:t>
            </a:r>
            <a:endParaRPr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)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000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000"/>
              <a:t>  task1 &gt;&gt; task2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